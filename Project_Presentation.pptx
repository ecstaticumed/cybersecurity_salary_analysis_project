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b0e755901d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g3b0e755901d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b0e755901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g3b0e755901d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b0e755901d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g3b0e755901d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30-Day Weather Probability Analysis</a:t>
            </a:r>
            <a:endParaRPr/>
          </a:p>
        </p:txBody>
      </p:sp>
      <p:sp>
        <p:nvSpPr>
          <p:cNvPr id="85" name="Google Shape;85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Cities: Karachi, New York, London, Islamabad, Dubai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Prepared by: Umed Ali &amp; Group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BS Cyber Security – SMIU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/>
          </a:p>
        </p:txBody>
      </p:sp>
      <p:sp>
        <p:nvSpPr>
          <p:cNvPr id="91" name="Google Shape;91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project analyzes 30 days of weather data using probability and statistics.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Focus on temperature trends and rainfall probability across five cities.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Objectives</a:t>
            </a:r>
            <a:endParaRPr/>
          </a:p>
        </p:txBody>
      </p:sp>
      <p:sp>
        <p:nvSpPr>
          <p:cNvPr id="97" name="Google Shape;97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Analyze 30-day weather data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Calculate mean, median, standard deviation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Compute probability of rainfall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Compare different cities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Collection</a:t>
            </a:r>
            <a:endParaRPr/>
          </a:p>
        </p:txBody>
      </p:sp>
      <p:sp>
        <p:nvSpPr>
          <p:cNvPr id="103" name="Google Shape;103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Simulated dataset (30 days)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Parameters: temperature, humidity, precipitation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Cities: Karachi, New York, London, Islamabad, Dubai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Methodology</a:t>
            </a:r>
            <a:endParaRPr/>
          </a:p>
        </p:txBody>
      </p:sp>
      <p:sp>
        <p:nvSpPr>
          <p:cNvPr id="109" name="Google Shape;109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Data cleaning and validation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Statistical calculations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Probability analysis of rainfall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Visualization using graphs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Summary Statistics</a:t>
            </a:r>
            <a:endParaRPr/>
          </a:p>
        </p:txBody>
      </p:sp>
      <p:sp>
        <p:nvSpPr>
          <p:cNvPr id="115" name="Google Shape;115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Karachi &amp; Dubai show higher average temperatures.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New York shows lowest temperatures.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Rain probability varies significantly by city.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Rainfall Probability</a:t>
            </a:r>
            <a:endParaRPr/>
          </a:p>
        </p:txBody>
      </p:sp>
      <p:sp>
        <p:nvSpPr>
          <p:cNvPr id="121" name="Google Shape;121;p1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Rain probability calculated as: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Rainy Days / Total Days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New York shows highest rain probability.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Visual Analysis</a:t>
            </a:r>
            <a:endParaRPr/>
          </a:p>
        </p:txBody>
      </p:sp>
      <p:sp>
        <p:nvSpPr>
          <p:cNvPr id="127" name="Google Shape;127;p20"/>
          <p:cNvSpPr txBox="1"/>
          <p:nvPr>
            <p:ph idx="1" type="body"/>
          </p:nvPr>
        </p:nvSpPr>
        <p:spPr>
          <a:xfrm>
            <a:off x="457200" y="1600200"/>
            <a:ext cx="8229600" cy="5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Time series graphs</a:t>
            </a:r>
            <a:endParaRPr/>
          </a:p>
        </p:txBody>
      </p:sp>
      <p:pic>
        <p:nvPicPr>
          <p:cNvPr id="128" name="Google Shape;128;p20" title="New_York_timeseries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343000"/>
            <a:ext cx="8839204" cy="35348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Visual Analysis</a:t>
            </a:r>
            <a:endParaRPr/>
          </a:p>
        </p:txBody>
      </p:sp>
      <p:sp>
        <p:nvSpPr>
          <p:cNvPr id="134" name="Google Shape;134;p21"/>
          <p:cNvSpPr txBox="1"/>
          <p:nvPr>
            <p:ph idx="1" type="body"/>
          </p:nvPr>
        </p:nvSpPr>
        <p:spPr>
          <a:xfrm>
            <a:off x="457200" y="1600200"/>
            <a:ext cx="8229600" cy="8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31800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Histograms</a:t>
            </a:r>
            <a:endParaRPr/>
          </a:p>
        </p:txBody>
      </p:sp>
      <p:pic>
        <p:nvPicPr>
          <p:cNvPr id="135" name="Google Shape;135;p21" title="New_York_hist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16725" y="2305325"/>
            <a:ext cx="6110550" cy="4073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Visual Analysis</a:t>
            </a:r>
            <a:endParaRPr/>
          </a:p>
        </p:txBody>
      </p:sp>
      <p:sp>
        <p:nvSpPr>
          <p:cNvPr id="141" name="Google Shape;141;p22"/>
          <p:cNvSpPr txBox="1"/>
          <p:nvPr>
            <p:ph idx="1" type="body"/>
          </p:nvPr>
        </p:nvSpPr>
        <p:spPr>
          <a:xfrm>
            <a:off x="457200" y="1600200"/>
            <a:ext cx="8229600" cy="6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318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Box plots</a:t>
            </a:r>
            <a:endParaRPr/>
          </a:p>
        </p:txBody>
      </p:sp>
      <p:pic>
        <p:nvPicPr>
          <p:cNvPr id="142" name="Google Shape;142;p22" title="New_York_box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03150" y="2215500"/>
            <a:ext cx="4337700" cy="433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Visual Analysis</a:t>
            </a:r>
            <a:endParaRPr/>
          </a:p>
        </p:txBody>
      </p:sp>
      <p:sp>
        <p:nvSpPr>
          <p:cNvPr id="148" name="Google Shape;148;p23"/>
          <p:cNvSpPr txBox="1"/>
          <p:nvPr>
            <p:ph idx="1" type="body"/>
          </p:nvPr>
        </p:nvSpPr>
        <p:spPr>
          <a:xfrm>
            <a:off x="457200" y="1600200"/>
            <a:ext cx="82296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431800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Rain probability charts</a:t>
            </a:r>
            <a:endParaRPr/>
          </a:p>
        </p:txBody>
      </p:sp>
      <p:pic>
        <p:nvPicPr>
          <p:cNvPr id="149" name="Google Shape;149;p23" title="New_York_rainprob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55200" y="2178000"/>
            <a:ext cx="5833599" cy="4375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Findings</a:t>
            </a:r>
            <a:endParaRPr/>
          </a:p>
        </p:txBody>
      </p:sp>
      <p:sp>
        <p:nvSpPr>
          <p:cNvPr id="155" name="Google Shape;155;p2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Climate patterns differ significantly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Warmer cities have lower rain probability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Cold regions show higher variability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Limitations</a:t>
            </a:r>
            <a:endParaRPr/>
          </a:p>
        </p:txBody>
      </p:sp>
      <p:sp>
        <p:nvSpPr>
          <p:cNvPr id="161" name="Google Shape;161;p2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Data is simulated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Short time span (30 days)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No seasonal analysis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/>
          </a:p>
        </p:txBody>
      </p:sp>
      <p:sp>
        <p:nvSpPr>
          <p:cNvPr id="167" name="Google Shape;167;p2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Probability-based analysis helps understand weather uncertainty.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Useful for planning, forecasting, and climate studies.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/>
          </a:p>
        </p:txBody>
      </p:sp>
      <p:sp>
        <p:nvSpPr>
          <p:cNvPr id="173" name="Google Shape;173;p2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Thank you for your attention!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Any Questions?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